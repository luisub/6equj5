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34"/>
    <p:restoredTop sz="94690"/>
  </p:normalViewPr>
  <p:slideViewPr>
    <p:cSldViewPr snapToGrid="0">
      <p:cViewPr varScale="1">
        <p:scale>
          <a:sx n="95" d="100"/>
          <a:sy n="95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0C8E3-5210-B32A-60A3-61CA0DE187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3070E-2564-8B5E-781A-FF93254DCE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33FF98-84B7-49FD-ED3F-610ED608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B7BAC2-4A16-2E05-78DB-7C18031E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485E03-3E02-86D8-4F20-820AA3266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80663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2821E-DF48-2009-9454-8BFA2BA24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2C4B2C-72FD-7DAB-C82A-1CF0EA966E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02EB1-4667-676B-5E35-8A7F3A5745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4C4D7-41EA-ABFB-33CB-D674C91925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89A04-C799-852F-3A47-031B3F558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372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FBB35-6DCD-8B26-F62C-40BB7B2D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08C235-F377-038D-AC5B-DDFBF84FC2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F8BA5B-475F-9677-D359-E0D21402B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8C4B5C-8C68-2010-6C79-290FBAF544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8B413A-27BF-3F09-4CF7-D9CF6A1FA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21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95CA-A194-6C12-4769-597D8D8D8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88162-B553-639A-B9B4-4801B3CA09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66421D-E9AC-648E-FC6B-882707C64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0D8A2-1843-A2F5-C01F-F54AA6C58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8838D6-9A61-2F64-15DF-CE2F5D79F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09B35F-598D-1438-B8A6-0C3B77A0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38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974B2-EDFB-813E-5A71-0C4DB63FE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0BD61-4735-F9E6-BD17-26ED58A42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1D9200-5B3B-F69F-9462-505BC53A9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277F0B-35C1-ED53-BA27-DFA6AC03AF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19DCF11-324C-EE2F-FDBE-7975F2ABA2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547EDF-9E86-CB76-D428-6C001AFAA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3CFC05-BEA2-468E-7937-A2AE79622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48C11D-2B76-377F-729C-2DE1EC5ED2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125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5BCCC-E9D4-692D-E260-179B9F6A6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C73A11-027B-0222-D2EC-9954595FFA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0AC5DC-6E7E-A70D-FBE9-5B46BE1E7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DD8AFC-6432-F4CA-1AF1-167D3A5B8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02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D2CFCE-ABBD-6FA4-0500-B5CC9CEE37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4FF1B4-18CA-DED3-2EA1-61B79A6628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478A7-BE2E-C61E-774C-8E7C58D6D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7542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FC0C53-0027-A5B3-90FC-439FE46D5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B28D92-1C7B-4C79-9B89-4EB89B59E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FB09E0-C19A-3FE1-7551-3567C00297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BFAD34-D9D0-B29E-1051-2ED271BD3F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C7E6C3-9F65-1F7A-CA2B-3A4A0253D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D084CA-F139-34A6-6480-C8F521EEC8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350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9F4A66-A907-2509-4F6C-7077A9D6B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B2D6E3-5B06-5BFD-D711-5AC3EC5C5C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CA38BF-74E3-E85E-E26E-279928B7F8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35ACE6-4EBB-3DAA-E45A-9949DCCF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14FE4F-6373-DFD5-8C88-B2930B9D3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25F18-4A1A-B236-FC3A-872A13DD1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06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007A7C-CFF5-804D-9D42-A09499992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7F94B4-BDC7-2400-670D-E6219197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B69B3-039E-6861-DAE7-43A0222FE7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0C77F-9D35-251F-2AA5-D3AC66D36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F2844C-525C-5417-49E6-3DB463F53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281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9D305D-49EF-B5B1-3582-BB9C992925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BB7D96-725A-0AC4-3C4C-A5B37FF3D8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29ABD-DBFC-6F83-3253-D45BCA66A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13A2D-799D-A001-BE15-9EABF986D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51DD2-917B-DB99-099E-EDE6F016D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6195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C6024-A051-EC35-9A57-44F578FAF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75A5DB-84E0-E075-D9FC-59D391008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B8554F-3CA4-B28C-6674-41AFF9AC17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E49CAE-C15B-AD4C-9DAD-0DAA6DC8858F}" type="datetimeFigureOut">
              <a:rPr lang="en-US" smtClean="0"/>
              <a:t>2/12/26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7F21A5-CC44-0A7A-9631-66A18D518A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02270-97AF-0F0E-0E09-77A0D39B30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0AFB07-39FF-2F43-98B6-BE88783CD0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88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4ECABD23-4675-DA05-90E1-4E38C91B39EA}"/>
              </a:ext>
            </a:extLst>
          </p:cNvPr>
          <p:cNvGrpSpPr/>
          <p:nvPr/>
        </p:nvGrpSpPr>
        <p:grpSpPr>
          <a:xfrm>
            <a:off x="121024" y="121023"/>
            <a:ext cx="11718908" cy="6615954"/>
            <a:chOff x="0" y="121023"/>
            <a:chExt cx="11718908" cy="661595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F9154DC-43CE-10F3-DB89-E7AF5182BF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121023"/>
              <a:ext cx="5193991" cy="661595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60601CF-AA55-6A2C-1401-912D955A6C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11588" y="121419"/>
              <a:ext cx="6407320" cy="661555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810760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Aguilera De Lira, Luis U</dc:creator>
  <cp:lastModifiedBy>Aguilera De Lira, Luis U</cp:lastModifiedBy>
  <cp:revision>1</cp:revision>
  <dcterms:created xsi:type="dcterms:W3CDTF">2026-02-12T19:36:25Z</dcterms:created>
  <dcterms:modified xsi:type="dcterms:W3CDTF">2026-02-12T19:39:05Z</dcterms:modified>
</cp:coreProperties>
</file>